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A855F7">
              <a:alpha val="18000"/>
            </a:srgbClr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TULUÁ LABS SUMMIT · SEP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594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Informe de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Cambios &amp; Mejoras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8B4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Evolución del sitio web oficial · labssummit.com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463040" cy="45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297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Junio 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0" y="3931920"/>
            <a:ext cx="1737360" cy="822960"/>
          </a:xfrm>
          <a:prstGeom prst="rect">
            <a:avLst/>
          </a:prstGeom>
          <a:solidFill>
            <a:srgbClr val="1C0B36"/>
          </a:solidFill>
          <a:ln w="12700">
            <a:solidFill>
              <a:srgbClr val="3B1D6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0" y="39319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</a:t>
            </a:r>
            <a:endParaRPr lang="en-US" sz="2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0B36"/>
          </a:solidFill>
          <a:ln w="12700">
            <a:solidFill>
              <a:srgbClr val="3B1D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EJECUTIVO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1920240" cy="1417320"/>
          </a:xfrm>
          <a:prstGeom prst="rect">
            <a:avLst/>
          </a:prstGeom>
          <a:solidFill>
            <a:srgbClr val="1C0B36"/>
          </a:solidFill>
          <a:ln w="12700">
            <a:solidFill>
              <a:srgbClr val="3B1D6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868680"/>
            <a:ext cx="192024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855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40+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11480" y="17373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realizados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868680"/>
            <a:ext cx="1920240" cy="1417320"/>
          </a:xfrm>
          <a:prstGeom prst="rect">
            <a:avLst/>
          </a:prstGeom>
          <a:solidFill>
            <a:srgbClr val="1C0B36"/>
          </a:solidFill>
          <a:ln w="12700">
            <a:solidFill>
              <a:srgbClr val="3B1D6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14600" y="868680"/>
            <a:ext cx="1920240" cy="64008"/>
          </a:xfrm>
          <a:prstGeom prst="rect">
            <a:avLst/>
          </a:prstGeom>
          <a:solidFill>
            <a:srgbClr val="D8B4FE"/>
          </a:solidFill>
          <a:ln w="12700">
            <a:solidFill>
              <a:srgbClr val="D8B4F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005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8B4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11+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514600" y="17373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agregados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868680"/>
            <a:ext cx="1920240" cy="1417320"/>
          </a:xfrm>
          <a:prstGeom prst="rect">
            <a:avLst/>
          </a:prstGeom>
          <a:solidFill>
            <a:srgbClr val="1C0B36"/>
          </a:solidFill>
          <a:ln w="12700">
            <a:solidFill>
              <a:srgbClr val="3B1D6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868680"/>
            <a:ext cx="192024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005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855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617720" y="17373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Páginas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legales creadas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20840" y="868680"/>
            <a:ext cx="1920240" cy="1417320"/>
          </a:xfrm>
          <a:prstGeom prst="rect">
            <a:avLst/>
          </a:prstGeom>
          <a:solidFill>
            <a:srgbClr val="1C0B36"/>
          </a:solidFill>
          <a:ln w="12700">
            <a:solidFill>
              <a:srgbClr val="3B1D6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20840" y="868680"/>
            <a:ext cx="1920240" cy="64008"/>
          </a:xfrm>
          <a:prstGeom prst="rect">
            <a:avLst/>
          </a:prstGeom>
          <a:solidFill>
            <a:srgbClr val="D8B4FE"/>
          </a:solidFill>
          <a:ln w="12700">
            <a:solidFill>
              <a:srgbClr val="D8B4F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1005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8B4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∞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720840" y="17373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móviles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2514600"/>
            <a:ext cx="3840480" cy="1005840"/>
          </a:xfrm>
          <a:prstGeom prst="rect">
            <a:avLst/>
          </a:prstGeom>
          <a:solidFill>
            <a:srgbClr val="1C0B36"/>
          </a:solidFill>
          <a:ln w="12700">
            <a:solidFill>
              <a:srgbClr val="3B1D6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2514600"/>
            <a:ext cx="64008" cy="10058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58775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🎤  Speakers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29718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ponentes confirmados. Cards con flip interactivo, fotos profesionales y bio.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0" y="2514600"/>
            <a:ext cx="3840480" cy="1005840"/>
          </a:xfrm>
          <a:prstGeom prst="rect">
            <a:avLst/>
          </a:prstGeom>
          <a:solidFill>
            <a:srgbClr val="1C0B36"/>
          </a:solidFill>
          <a:ln w="12700">
            <a:solidFill>
              <a:srgbClr val="3B1D6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2514600"/>
            <a:ext cx="64008" cy="10058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258775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🎟️  Tickets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09160" y="29718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Mejoras en Diamante Black: descripción detallada del Mastermind, cupos y precios.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11480" y="3703320"/>
            <a:ext cx="3840480" cy="1005840"/>
          </a:xfrm>
          <a:prstGeom prst="rect">
            <a:avLst/>
          </a:prstGeom>
          <a:solidFill>
            <a:srgbClr val="1C0B36"/>
          </a:solidFill>
          <a:ln w="12700">
            <a:solidFill>
              <a:srgbClr val="3B1D6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11480" y="3703320"/>
            <a:ext cx="64008" cy="10058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7764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 Programa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41605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Días 1–3 estructurados. Día de Gala depurado. Mastermind exclusivo Día 3.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0" y="3703320"/>
            <a:ext cx="3840480" cy="1005840"/>
          </a:xfrm>
          <a:prstGeom prst="rect">
            <a:avLst/>
          </a:prstGeom>
          <a:solidFill>
            <a:srgbClr val="1C0B36"/>
          </a:solidFill>
          <a:ln w="12700">
            <a:solidFill>
              <a:srgbClr val="3B1D6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0" y="3703320"/>
            <a:ext cx="64008" cy="10058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37764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Técnico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709160" y="41605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Carrusel móvil, flip cards, Meta Pixel, páginas legales y diseño responsive.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0B36"/>
          </a:solidFill>
          <a:ln w="12700">
            <a:solidFill>
              <a:srgbClr val="3B1D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DE SPEAKERS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ponentes confirmados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011680" cy="1143000"/>
          </a:xfrm>
          <a:prstGeom prst="rect">
            <a:avLst/>
          </a:prstGeom>
          <a:solidFill>
            <a:srgbClr val="1C0B36"/>
          </a:solidFill>
          <a:ln w="12700">
            <a:solidFill>
              <a:srgbClr val="3B1D6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960120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960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932688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Juan David Carmona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1298448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eCommerce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47472" y="164592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Ponente confirmado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450592" y="822960"/>
            <a:ext cx="2011680" cy="1143000"/>
          </a:xfrm>
          <a:prstGeom prst="rect">
            <a:avLst/>
          </a:prstGeom>
          <a:solidFill>
            <a:srgbClr val="1C0B36"/>
          </a:solidFill>
          <a:ln w="12700">
            <a:solidFill>
              <a:srgbClr val="3B1D6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23744" y="960120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23744" y="960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90672" y="932688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 Montoya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090672" y="1298448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Negocios Digitales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523744" y="164592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Ponente confirmado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626864" y="822960"/>
            <a:ext cx="2011680" cy="1143000"/>
          </a:xfrm>
          <a:prstGeom prst="rect">
            <a:avLst/>
          </a:prstGeom>
          <a:solidFill>
            <a:srgbClr val="1C0B36"/>
          </a:solidFill>
          <a:ln w="12700">
            <a:solidFill>
              <a:srgbClr val="3B1D6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0016" y="960120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0016" y="960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66944" y="932688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Jose Aguirre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266944" y="1298448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&amp; Startups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700016" y="164592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Ponente confirmado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803136" y="822960"/>
            <a:ext cx="2011680" cy="1143000"/>
          </a:xfrm>
          <a:prstGeom prst="rect">
            <a:avLst/>
          </a:prstGeom>
          <a:solidFill>
            <a:srgbClr val="1C0B36"/>
          </a:solidFill>
          <a:ln w="12700">
            <a:solidFill>
              <a:srgbClr val="3B1D6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76288" y="960120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76288" y="960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43216" y="932688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Laura Aguirre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443216" y="1298448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Innovación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876288" y="164592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Ponente confirmado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74320" y="2194560"/>
            <a:ext cx="2011680" cy="1143000"/>
          </a:xfrm>
          <a:prstGeom prst="rect">
            <a:avLst/>
          </a:prstGeom>
          <a:solidFill>
            <a:srgbClr val="1C0B36"/>
          </a:solidFill>
          <a:ln w="12700">
            <a:solidFill>
              <a:srgbClr val="3B1D6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47472" y="2331720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14400" y="2304288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Juan Camilo Silva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914400" y="2670048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&amp; Estrategia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47472" y="301752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Ponente confirmado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2450592" y="2194560"/>
            <a:ext cx="2011680" cy="1143000"/>
          </a:xfrm>
          <a:prstGeom prst="rect">
            <a:avLst/>
          </a:prstGeom>
          <a:solidFill>
            <a:srgbClr val="1C0B36"/>
          </a:solidFill>
          <a:ln w="12700">
            <a:solidFill>
              <a:srgbClr val="3B1D6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523744" y="2331720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23744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090672" y="2304288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Camila Rodríguez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090672" y="2670048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Digital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523744" y="301752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Ponente confirmado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4626864" y="2194560"/>
            <a:ext cx="2011680" cy="1143000"/>
          </a:xfrm>
          <a:prstGeom prst="rect">
            <a:avLst/>
          </a:prstGeom>
          <a:solidFill>
            <a:srgbClr val="1C0B36"/>
          </a:solidFill>
          <a:ln w="12700">
            <a:solidFill>
              <a:srgbClr val="3B1D6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0016" y="2331720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0016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266944" y="2304288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Miguel Buitrago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266944" y="2670048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Web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700016" y="301752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Ponente confirmado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6803136" y="2194560"/>
            <a:ext cx="2011680" cy="1143000"/>
          </a:xfrm>
          <a:prstGeom prst="rect">
            <a:avLst/>
          </a:prstGeom>
          <a:solidFill>
            <a:srgbClr val="1C0B36"/>
          </a:solidFill>
          <a:ln w="12700">
            <a:solidFill>
              <a:srgbClr val="3B1D6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876288" y="2331720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76288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7443216" y="2304288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Juan Vargas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443216" y="2670048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Fintech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6876288" y="301752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Ponente confirmado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274320" y="3566160"/>
            <a:ext cx="2011680" cy="1143000"/>
          </a:xfrm>
          <a:prstGeom prst="rect">
            <a:avLst/>
          </a:prstGeom>
          <a:solidFill>
            <a:srgbClr val="1C0B36"/>
          </a:solidFill>
          <a:ln w="12700">
            <a:solidFill>
              <a:srgbClr val="3B1D6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47472" y="3703320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7472" y="3703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914400" y="3675888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Kenny Barrios Jure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914400" y="4041648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Venture Capital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347472" y="438912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Ponente confirmado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2450592" y="3566160"/>
            <a:ext cx="2011680" cy="1143000"/>
          </a:xfrm>
          <a:prstGeom prst="rect">
            <a:avLst/>
          </a:prstGeom>
          <a:solidFill>
            <a:srgbClr val="1C0B36"/>
          </a:solidFill>
          <a:ln w="12700">
            <a:solidFill>
              <a:srgbClr val="3B1D6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2523744" y="3703320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523744" y="3703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3090672" y="3675888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Faider Altamar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3090672" y="4041648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· SaaS · IA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2523744" y="438912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Ponente confirmado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4626864" y="3566160"/>
            <a:ext cx="2011680" cy="1143000"/>
          </a:xfrm>
          <a:prstGeom prst="rect">
            <a:avLst/>
          </a:prstGeom>
          <a:solidFill>
            <a:srgbClr val="200640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4626864" y="3566160"/>
            <a:ext cx="201168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700016" y="3703320"/>
            <a:ext cx="475488" cy="47548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700016" y="3703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5266944" y="3675888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Mike Munzvil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5266944" y="4041648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NUEVO — IA · eCommerce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4700016" y="438912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Ponente confirmado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0B36"/>
          </a:solidFill>
          <a:ln w="12700">
            <a:solidFill>
              <a:srgbClr val="3B1D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TICKETS &amp; EXPERIENCIA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606040" cy="3200400"/>
          </a:xfrm>
          <a:prstGeom prst="rect">
            <a:avLst/>
          </a:prstGeom>
          <a:solidFill>
            <a:srgbClr val="1C0B36"/>
          </a:solidFill>
          <a:ln w="12700">
            <a:solidFill>
              <a:srgbClr val="4B556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2606040" cy="73152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" y="14630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$129.000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Día 2 — Conferencias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48716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Zona general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87121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Acceso a agenda completa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54680" y="777240"/>
            <a:ext cx="2606040" cy="3200400"/>
          </a:xfrm>
          <a:prstGeom prst="rect">
            <a:avLst/>
          </a:prstGeom>
          <a:solidFill>
            <a:srgbClr val="1C0B36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777240"/>
            <a:ext cx="260604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10058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Diamante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154680" y="14630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$497.000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91840" y="21031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Día 1 + Día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91840" y="248716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Zona VIP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91840" y="287121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Meet &amp; Greet speakers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89320" y="777240"/>
            <a:ext cx="2606040" cy="3200400"/>
          </a:xfrm>
          <a:prstGeom prst="rect">
            <a:avLst/>
          </a:prstGeom>
          <a:solidFill>
            <a:srgbClr val="1A0533"/>
          </a:solidFill>
          <a:ln w="25400">
            <a:solidFill>
              <a:srgbClr val="A855F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89320" y="777240"/>
            <a:ext cx="2606040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9320" y="8229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👑 ULTRA EXCLUSIVO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12344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Diamante Black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89320" y="16916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55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$1.499.000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126480" y="23317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Días 1 · 2 · 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26480" y="271576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Mastermind exclusivo Día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26480" y="309981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50–60 cupos únicamente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4114800"/>
            <a:ext cx="8503920" cy="804672"/>
          </a:xfrm>
          <a:prstGeom prst="rect">
            <a:avLst/>
          </a:prstGeom>
          <a:solidFill>
            <a:srgbClr val="1C0B36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4114800"/>
            <a:ext cx="64008" cy="80467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🆕 MEJORA — Mastermind Diamante Black: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2920" y="44531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0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"Mastermind exclusivo de implementación: trabaja junto a expertos en estrategias reales de crecimiento, Inteligencia Artificial y eCommerce que podrás aplicar inmediatamente en tu negocio."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0B36"/>
          </a:solidFill>
          <a:ln w="12700">
            <a:solidFill>
              <a:srgbClr val="3B1D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 DEL EVENTO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670048" cy="4069080"/>
          </a:xfrm>
          <a:prstGeom prst="rect">
            <a:avLst/>
          </a:prstGeom>
          <a:solidFill>
            <a:srgbClr val="1C0B36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2670048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96112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 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1188720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🌟 Día de Gala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4320" y="1600200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Sep · 7:30 PM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2121408" cy="0"/>
          </a:xfrm>
          <a:prstGeom prst="line">
            <a:avLst/>
          </a:prstGeom>
          <a:noFill/>
          <a:ln w="635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20116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Apertura oficial de Labs Summit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38912" y="24505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Keynote inaugural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38912" y="288950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Vitrina de Sponsors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38912" y="332841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Cóctel VIP · Welcome drink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4069080"/>
            <a:ext cx="2487168" cy="566928"/>
          </a:xfrm>
          <a:prstGeom prst="rect">
            <a:avLst/>
          </a:prstGeom>
          <a:solidFill>
            <a:srgbClr val="200A10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4069080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🗑 Ruta Gastronómica eliminada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154680" y="777240"/>
            <a:ext cx="2670048" cy="4069080"/>
          </a:xfrm>
          <a:prstGeom prst="rect">
            <a:avLst/>
          </a:prstGeom>
          <a:solidFill>
            <a:srgbClr val="1C0B36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54680" y="777240"/>
            <a:ext cx="2670048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896112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 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154680" y="1188720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🎤 Conferencias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154680" y="1600200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Sep · 9:30 AM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29000" y="1920240"/>
            <a:ext cx="2121408" cy="0"/>
          </a:xfrm>
          <a:prstGeom prst="line">
            <a:avLst/>
          </a:prstGeom>
          <a:noFill/>
          <a:ln w="635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9272" y="20116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15+ speakers nacionales e internacionales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319272" y="24505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Sesiones IA &amp; eCommerce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319272" y="288950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Q&amp;A en vivo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319272" y="332841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Zona de networking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035040" y="777240"/>
            <a:ext cx="2670048" cy="4069080"/>
          </a:xfrm>
          <a:prstGeom prst="rect">
            <a:avLst/>
          </a:prstGeom>
          <a:solidFill>
            <a:srgbClr val="1C0B36"/>
          </a:solidFill>
          <a:ln w="19050">
            <a:solidFill>
              <a:srgbClr val="D8B4F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777240"/>
            <a:ext cx="2670048" cy="64008"/>
          </a:xfrm>
          <a:prstGeom prst="rect">
            <a:avLst/>
          </a:prstGeom>
          <a:solidFill>
            <a:srgbClr val="D8B4FE"/>
          </a:solidFill>
          <a:ln w="12700">
            <a:solidFill>
              <a:srgbClr val="D8B4FE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0" y="896112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D8B4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 3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035040" y="1188720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👑 Mastermind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035040" y="1600200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Sep · 8:00 AM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309360" y="1920240"/>
            <a:ext cx="2121408" cy="0"/>
          </a:xfrm>
          <a:prstGeom prst="line">
            <a:avLst/>
          </a:prstGeom>
          <a:noFill/>
          <a:ln w="6350">
            <a:solidFill>
              <a:srgbClr val="D8B4FE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99632" y="20116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Solo Diamante Black (50–60 cupos)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199632" y="24505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3 metodologías clave del ecosistema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199632" y="288950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Mentoría grupal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199632" y="332841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Directorio de contactos exclusivo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0B36"/>
          </a:solidFill>
          <a:ln w="12700">
            <a:solidFill>
              <a:srgbClr val="3B1D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MEJORAS TÉCNICAS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60520" cy="1810512"/>
          </a:xfrm>
          <a:prstGeom prst="rect">
            <a:avLst/>
          </a:prstGeom>
          <a:solidFill>
            <a:srgbClr val="1C0B36"/>
          </a:solidFill>
          <a:ln w="12700">
            <a:solidFill>
              <a:srgbClr val="3B1D6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416052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9611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Responsive Móvil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30759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Carrusel iOS corregido (overflow + animación)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11480" y="161848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Tickets responsive en mobile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192938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Flip cards adaptadas a pantallas pequeñas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224028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Overflow y gradientes corregidos en todas las secciones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09160" y="804672"/>
            <a:ext cx="4160520" cy="1810512"/>
          </a:xfrm>
          <a:prstGeom prst="rect">
            <a:avLst/>
          </a:prstGeom>
          <a:solidFill>
            <a:srgbClr val="1C0B36"/>
          </a:solidFill>
          <a:ln w="12700">
            <a:solidFill>
              <a:srgbClr val="3B1D6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04672"/>
            <a:ext cx="416052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89611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🎠  Carrusel de Speakers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30759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2 carruseles independientes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846320" y="161848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Clonado correcto en loop infinito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46320" y="192938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Técnica perspective+opacity (reemplaza preserve-3d)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46320" y="224028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Soporte flip para desktop y móvil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2834640"/>
            <a:ext cx="4160520" cy="1810512"/>
          </a:xfrm>
          <a:prstGeom prst="rect">
            <a:avLst/>
          </a:prstGeom>
          <a:solidFill>
            <a:srgbClr val="1C0B36"/>
          </a:solidFill>
          <a:ln w="12700">
            <a:solidFill>
              <a:srgbClr val="3B1D6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834640"/>
            <a:ext cx="416052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9260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Analytics &amp; Marketing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" y="333756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Meta Pixel integrado (ID: 481397476029941)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364845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Seguimiento de eventos de conversión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11480" y="395935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Optimización para campañas de Facebook/Instagram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11480" y="427024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Preparado para retargeting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09160" y="2834640"/>
            <a:ext cx="4160520" cy="1810512"/>
          </a:xfrm>
          <a:prstGeom prst="rect">
            <a:avLst/>
          </a:prstGeom>
          <a:solidFill>
            <a:srgbClr val="1C0B36"/>
          </a:solidFill>
          <a:ln w="12700">
            <a:solidFill>
              <a:srgbClr val="3B1D6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834640"/>
            <a:ext cx="416052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9260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🔊  Audio &amp; Experiencia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333756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Player de audio ambiental (Sonido)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46320" y="364845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Archivo IMX de alta calidad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46320" y="395935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Botón toggle en el header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46320" y="427024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Atmosfera inmersiva pre-evento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0B36"/>
          </a:solidFill>
          <a:ln w="12700">
            <a:solidFill>
              <a:srgbClr val="3B1D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CONTENIDO, LEGAL &amp; PATROCINADORES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3977640" cy="4041648"/>
          </a:xfrm>
          <a:prstGeom prst="rect">
            <a:avLst/>
          </a:prstGeom>
          <a:solidFill>
            <a:srgbClr val="1C0B36"/>
          </a:solidFill>
          <a:ln w="12700">
            <a:solidFill>
              <a:srgbClr val="3B1D6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397764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961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 Páginas Legales Creadas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3703320" cy="1234440"/>
          </a:xfrm>
          <a:prstGeom prst="rect">
            <a:avLst/>
          </a:prstGeom>
          <a:solidFill>
            <a:srgbClr val="160830"/>
          </a:solidFill>
          <a:ln w="12700">
            <a:solidFill>
              <a:srgbClr val="3B1D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B4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Términos y Condiciones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terminos.html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20756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Condiciones de uso, tickets, reembolsos y responsabilidades.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11480" y="2788920"/>
            <a:ext cx="3703320" cy="1234440"/>
          </a:xfrm>
          <a:prstGeom prst="rect">
            <a:avLst/>
          </a:prstGeom>
          <a:solidFill>
            <a:srgbClr val="160830"/>
          </a:solidFill>
          <a:ln w="12700">
            <a:solidFill>
              <a:srgbClr val="3B1D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880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B4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Política de Privacidad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2004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politica.html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48640" y="34472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Tratamiento de datos personales conforme a normativa colombiana.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1480" y="4206240"/>
            <a:ext cx="3703320" cy="530352"/>
          </a:xfrm>
          <a:prstGeom prst="rect">
            <a:avLst/>
          </a:prstGeom>
          <a:solidFill>
            <a:srgbClr val="160830"/>
          </a:solidFill>
          <a:ln w="12700">
            <a:solidFill>
              <a:srgbClr val="3B1D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FAQ — Preguntas frecuentes integradas al sitio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26280" y="804672"/>
            <a:ext cx="4343400" cy="4041648"/>
          </a:xfrm>
          <a:prstGeom prst="rect">
            <a:avLst/>
          </a:prstGeom>
          <a:solidFill>
            <a:srgbClr val="1C0B36"/>
          </a:solidFill>
          <a:ln w="12700">
            <a:solidFill>
              <a:srgbClr val="3B1D6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26280" y="804672"/>
            <a:ext cx="43434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89611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 Sistema de Patrocinadores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1371600"/>
            <a:ext cx="4069080" cy="621792"/>
          </a:xfrm>
          <a:prstGeom prst="rect">
            <a:avLst/>
          </a:prstGeom>
          <a:solidFill>
            <a:srgbClr val="160830"/>
          </a:solidFill>
          <a:ln w="12700">
            <a:solidFill>
              <a:srgbClr val="3B1D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1371600"/>
            <a:ext cx="54864" cy="62179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14081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Platino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73168" y="16642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16M²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903720" y="1408176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0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Diamante Black + 35 Gen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663440" y="2084832"/>
            <a:ext cx="4069080" cy="621792"/>
          </a:xfrm>
          <a:prstGeom prst="rect">
            <a:avLst/>
          </a:prstGeom>
          <a:solidFill>
            <a:srgbClr val="160830"/>
          </a:solidFill>
          <a:ln w="12700">
            <a:solidFill>
              <a:srgbClr val="3B1D6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2084832"/>
            <a:ext cx="54864" cy="62179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21214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73168" y="23774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9M²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903720" y="212140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0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Diamante Black + 20 Gen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663440" y="2798064"/>
            <a:ext cx="4069080" cy="621792"/>
          </a:xfrm>
          <a:prstGeom prst="rect">
            <a:avLst/>
          </a:prstGeom>
          <a:solidFill>
            <a:srgbClr val="160830"/>
          </a:solidFill>
          <a:ln w="12700">
            <a:solidFill>
              <a:srgbClr val="3B1D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2798064"/>
            <a:ext cx="54864" cy="6217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28346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73168" y="309067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4M²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903720" y="283464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0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Diamante + 10 Gen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663440" y="3511296"/>
            <a:ext cx="4069080" cy="621792"/>
          </a:xfrm>
          <a:prstGeom prst="rect">
            <a:avLst/>
          </a:prstGeom>
          <a:solidFill>
            <a:srgbClr val="160830"/>
          </a:solidFill>
          <a:ln w="12700">
            <a:solidFill>
              <a:srgbClr val="3B1D6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3511296"/>
            <a:ext cx="54864" cy="621792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3168" y="35478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D7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Bronce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73168" y="380390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Visibilidad digital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903720" y="354787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0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Generales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663440" y="4251960"/>
            <a:ext cx="4069080" cy="475488"/>
          </a:xfrm>
          <a:prstGeom prst="rect">
            <a:avLst/>
          </a:prstGeom>
          <a:solidFill>
            <a:srgbClr val="160830"/>
          </a:solidFill>
          <a:ln w="12700">
            <a:solidFill>
              <a:srgbClr val="3B1D6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4251960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 interactivo de patrocinadores + ticker animado en la página principal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1371600"/>
            <a:ext cx="4572000" cy="4572000"/>
          </a:xfrm>
          <a:prstGeom prst="ellipse">
            <a:avLst/>
          </a:prstGeom>
          <a:solidFill>
            <a:srgbClr val="A855F7">
              <a:alpha val="12000"/>
            </a:srgbClr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0B36"/>
          </a:solidFill>
          <a:ln w="12700">
            <a:solidFill>
              <a:srgbClr val="3B1D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ACTUAL &amp; PRÓXIMOS PASOS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5120640" cy="658368"/>
          </a:xfrm>
          <a:prstGeom prst="rect">
            <a:avLst/>
          </a:prstGeom>
          <a:solidFill>
            <a:srgbClr val="0A2A1A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804672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 SITIO EN PRODUCCIÓN — labssummit.com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600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B4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está listo: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96596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11+ speakers con fotos, bio y flip cards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4320" y="249631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Tickets con 3 niveles + Diamante Black exclusivo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74320" y="3026664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Descripción completa del Mastermind Día 3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74320" y="3557016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Programa 3 días estructurado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74320" y="408736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Día de Gala depurado (Ruta Gastronómica eliminada)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743200" y="196596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Responsive móvil completo (iOS + Android)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743200" y="249631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Meta Pixel activo para remarketing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743200" y="3026664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Páginas legales publicadas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743200" y="3557016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Sistema de patrocinadores con 4 niveles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743200" y="408736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Audio ambiental integrado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669280" y="804672"/>
            <a:ext cx="3200400" cy="4041648"/>
          </a:xfrm>
          <a:prstGeom prst="rect">
            <a:avLst/>
          </a:prstGeom>
          <a:solidFill>
            <a:srgbClr val="1C0B36"/>
          </a:solidFill>
          <a:ln w="19050">
            <a:solidFill>
              <a:srgbClr val="3B1D6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669280" y="804672"/>
            <a:ext cx="320040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06440" y="8961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Próximos Pasos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806440" y="1371600"/>
            <a:ext cx="320040" cy="3200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06440" y="1371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99632" y="1371600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Subir foto de Mike Munzvil al servidor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806440" y="1938528"/>
            <a:ext cx="320040" cy="3200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06440" y="19385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99632" y="1938528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Revelar speakers pendientes (mystery cards)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806440" y="2505456"/>
            <a:ext cx="320040" cy="3200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06440" y="25054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99632" y="2505456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Activar campañas de Meta Ads con el Pixel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806440" y="3072384"/>
            <a:ext cx="320040" cy="3200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06440" y="30723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99632" y="3072384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Confirmar agenda completa de los 3 días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806440" y="3639312"/>
            <a:ext cx="320040" cy="3200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06440" y="36393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99632" y="3639312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Actualizar FAQ con nuevas preguntas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4814316"/>
            <a:ext cx="9144000" cy="329184"/>
          </a:xfrm>
          <a:prstGeom prst="rect">
            <a:avLst/>
          </a:prstGeom>
          <a:solidFill>
            <a:srgbClr val="1C0B36"/>
          </a:solidFill>
          <a:ln w="12700">
            <a:solidFill>
              <a:srgbClr val="3B1D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0" y="4814316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8C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Tuluá Labs Summit · Informe generado junio 2026 · labssummit.com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Informe de Cambios - Labs Summit 2026</dc:title>
  <dc:subject>PptxGenJS Presentation</dc:subject>
  <dc:creator>PptxGenJS</dc:creator>
  <cp:lastModifiedBy>PptxGenJS</cp:lastModifiedBy>
  <cp:revision>1</cp:revision>
  <dcterms:created xsi:type="dcterms:W3CDTF">2026-06-09T12:47:27Z</dcterms:created>
  <dcterms:modified xsi:type="dcterms:W3CDTF">2026-06-09T12:47:27Z</dcterms:modified>
</cp:coreProperties>
</file>